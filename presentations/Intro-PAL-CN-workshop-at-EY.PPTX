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710" r:id="rId2"/>
    <p:sldMasterId id="2147483716" r:id="rId3"/>
    <p:sldMasterId id="2147483724" r:id="rId4"/>
  </p:sldMasterIdLst>
  <p:notesMasterIdLst>
    <p:notesMasterId r:id="rId10"/>
  </p:notesMasterIdLst>
  <p:handoutMasterIdLst>
    <p:handoutMasterId r:id="rId11"/>
  </p:handoutMasterIdLst>
  <p:sldIdLst>
    <p:sldId id="353" r:id="rId5"/>
    <p:sldId id="360" r:id="rId6"/>
    <p:sldId id="377" r:id="rId7"/>
    <p:sldId id="374" r:id="rId8"/>
    <p:sldId id="376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3BEC9F5-E74A-0C43-AF9D-619E2F4BC018}">
          <p14:sldIdLst>
            <p14:sldId id="353"/>
            <p14:sldId id="360"/>
            <p14:sldId id="377"/>
            <p14:sldId id="374"/>
            <p14:sldId id="3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A"/>
    <a:srgbClr val="13A78D"/>
    <a:srgbClr val="0F7965"/>
    <a:srgbClr val="162128"/>
    <a:srgbClr val="016B54"/>
    <a:srgbClr val="F8F8F8"/>
    <a:srgbClr val="E5E5E5"/>
    <a:srgbClr val="008774"/>
    <a:srgbClr val="0F7661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93" autoAdjust="0"/>
    <p:restoredTop sz="87883" autoAdjust="0"/>
  </p:normalViewPr>
  <p:slideViewPr>
    <p:cSldViewPr snapToGrid="0" snapToObjects="1">
      <p:cViewPr varScale="1">
        <p:scale>
          <a:sx n="79" d="100"/>
          <a:sy n="79" d="100"/>
        </p:scale>
        <p:origin x="892" y="5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9" d="100"/>
        <a:sy n="89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2E5B6B-8713-8747-AE5B-F1241B2BF5F0}" type="datetimeFigureOut">
              <a:rPr lang="en-US" smtClean="0"/>
              <a:t>6/24/2019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2CCB75-1A26-DA44-8D3D-5B435BA85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3552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B7340-DDD5-1B49-81AA-25BC4050C073}" type="datetimeFigureOut">
              <a:rPr lang="en-US" smtClean="0"/>
              <a:t>6/24/2019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5E0D42-653B-D743-8A40-7FC34906D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1386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Resting slide</a:t>
            </a:r>
            <a:r>
              <a:rPr lang="en-US" baseline="0" dirty="0"/>
              <a:t> on screen before you begin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EDBE90-FDBE-A44D-9062-5A5D1585D5B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181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rtl="0">
              <a:spcBef>
                <a:spcPts val="1200"/>
              </a:spcBef>
              <a:buClr>
                <a:schemeClr val="dk1"/>
              </a:buClr>
              <a:buSzPct val="25000"/>
              <a:buFont typeface="Arial"/>
              <a:buNone/>
            </a:pPr>
            <a:endParaRPr lang="en-US" sz="1200" b="0" i="0" u="none" strike="noStrike" cap="none" baseline="0" dirty="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9BEDBE90-FDBE-A44D-9062-5A5D1585D5B8}" type="slidenum">
              <a:rPr lang="en-US" smtClean="0">
                <a:solidFill>
                  <a:prstClr val="black"/>
                </a:solidFill>
                <a:latin typeface="Calibri"/>
              </a:rPr>
              <a:pPr/>
              <a:t>2</a:t>
            </a:fld>
            <a:endParaRPr lang="en-US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2318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198"/>
          <p:cNvSpPr txBox="1">
            <a:spLocks noGrp="1"/>
          </p:cNvSpPr>
          <p:nvPr>
            <p:ph type="body" idx="1"/>
          </p:nvPr>
        </p:nvSpPr>
        <p:spPr>
          <a:xfrm>
            <a:off x="295171" y="2972430"/>
            <a:ext cx="6267659" cy="5793719"/>
          </a:xfrm>
          <a:prstGeom prst="rect">
            <a:avLst/>
          </a:prstGeom>
        </p:spPr>
        <p:txBody>
          <a:bodyPr lIns="90556" tIns="90556" rIns="90556" bIns="90556" anchor="t" anchorCtr="0">
            <a:noAutofit/>
          </a:bodyPr>
          <a:lstStyle/>
          <a:p>
            <a:endParaRPr dirty="0"/>
          </a:p>
        </p:txBody>
      </p:sp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606550" y="685800"/>
            <a:ext cx="3702050" cy="20828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</p:spTree>
    <p:extLst>
      <p:ext uri="{BB962C8B-B14F-4D97-AF65-F5344CB8AC3E}">
        <p14:creationId xmlns:p14="http://schemas.microsoft.com/office/powerpoint/2010/main" val="2785759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198"/>
          <p:cNvSpPr txBox="1">
            <a:spLocks noGrp="1"/>
          </p:cNvSpPr>
          <p:nvPr>
            <p:ph type="body" idx="1"/>
          </p:nvPr>
        </p:nvSpPr>
        <p:spPr>
          <a:xfrm>
            <a:off x="295171" y="2972430"/>
            <a:ext cx="6267659" cy="5793719"/>
          </a:xfrm>
          <a:prstGeom prst="rect">
            <a:avLst/>
          </a:prstGeom>
        </p:spPr>
        <p:txBody>
          <a:bodyPr lIns="90556" tIns="90556" rIns="90556" bIns="90556" anchor="t" anchorCtr="0">
            <a:noAutofit/>
          </a:bodyPr>
          <a:lstStyle/>
          <a:p>
            <a:endParaRPr dirty="0"/>
          </a:p>
        </p:txBody>
      </p:sp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606550" y="685800"/>
            <a:ext cx="3702050" cy="20828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198"/>
          <p:cNvSpPr txBox="1">
            <a:spLocks noGrp="1"/>
          </p:cNvSpPr>
          <p:nvPr>
            <p:ph type="body" idx="1"/>
          </p:nvPr>
        </p:nvSpPr>
        <p:spPr>
          <a:xfrm>
            <a:off x="295171" y="2972430"/>
            <a:ext cx="6267659" cy="5793719"/>
          </a:xfrm>
          <a:prstGeom prst="rect">
            <a:avLst/>
          </a:prstGeom>
        </p:spPr>
        <p:txBody>
          <a:bodyPr lIns="90556" tIns="90556" rIns="90556" bIns="90556" anchor="t" anchorCtr="0">
            <a:noAutofit/>
          </a:bodyPr>
          <a:lstStyle/>
          <a:p>
            <a:endParaRPr dirty="0"/>
          </a:p>
        </p:txBody>
      </p:sp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606550" y="685800"/>
            <a:ext cx="3702050" cy="20828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722" y="149918"/>
            <a:ext cx="8796928" cy="474445"/>
          </a:xfrm>
          <a:prstGeom prst="rect">
            <a:avLst/>
          </a:prstGeom>
        </p:spPr>
        <p:txBody>
          <a:bodyPr/>
          <a:lstStyle>
            <a:lvl1pPr algn="l">
              <a:defRPr sz="2800" b="1">
                <a:solidFill>
                  <a:srgbClr val="008774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07C09-8A41-3B46-A636-3955072BBB4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114300" y="624363"/>
            <a:ext cx="8796338" cy="28856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800">
                <a:solidFill>
                  <a:srgbClr val="7F7F7F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</p:spTree>
    <p:extLst>
      <p:ext uri="{BB962C8B-B14F-4D97-AF65-F5344CB8AC3E}">
        <p14:creationId xmlns:p14="http://schemas.microsoft.com/office/powerpoint/2010/main" val="1315252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07C09-8A41-3B46-A636-3955072BBB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722" y="149918"/>
            <a:ext cx="8796928" cy="474445"/>
          </a:xfrm>
          <a:prstGeom prst="rect">
            <a:avLst/>
          </a:prstGeom>
        </p:spPr>
        <p:txBody>
          <a:bodyPr/>
          <a:lstStyle>
            <a:lvl1pPr algn="r">
              <a:defRPr sz="2800" b="1">
                <a:solidFill>
                  <a:srgbClr val="008774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07C09-8A41-3B46-A636-3955072BBB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6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 1"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Shape 937"/>
          <p:cNvSpPr/>
          <p:nvPr/>
        </p:nvSpPr>
        <p:spPr>
          <a:xfrm>
            <a:off x="0" y="0"/>
            <a:ext cx="9144000" cy="2168525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BFBFBF">
                  <a:alpha val="60784"/>
                </a:srgbClr>
              </a:gs>
            </a:gsLst>
            <a:lin ang="16200000" scaled="0"/>
          </a:gra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ctr" defTabSz="914400"/>
            <a:endParaRPr kern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938" name="Shape 938"/>
          <p:cNvSpPr txBox="1">
            <a:spLocks noGrp="1"/>
          </p:cNvSpPr>
          <p:nvPr>
            <p:ph type="ctrTitle"/>
          </p:nvPr>
        </p:nvSpPr>
        <p:spPr>
          <a:xfrm>
            <a:off x="2728911" y="1006879"/>
            <a:ext cx="6048376" cy="1218794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572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9144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13716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18288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39" name="Shape 939"/>
          <p:cNvSpPr txBox="1">
            <a:spLocks noGrp="1"/>
          </p:cNvSpPr>
          <p:nvPr>
            <p:ph type="subTitle" idx="1"/>
          </p:nvPr>
        </p:nvSpPr>
        <p:spPr>
          <a:xfrm>
            <a:off x="2728913" y="2455863"/>
            <a:ext cx="6048374" cy="1901704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  <a:defRPr sz="2800" b="0" i="0" u="none" strike="noStrike" cap="none" baseline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indent="0" algn="ctr" rtl="0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 sz="28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indent="0" algn="ctr" rtl="0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 sz="24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indent="0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 sz="20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indent="0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 sz="20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indent="0" algn="ctr" rtl="0">
              <a:spcBef>
                <a:spcPts val="400"/>
              </a:spcBef>
              <a:buClr>
                <a:srgbClr val="888888"/>
              </a:buClr>
              <a:buFont typeface="Arial"/>
              <a:buNone/>
              <a:defRPr sz="20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indent="0" algn="ctr" rtl="0">
              <a:spcBef>
                <a:spcPts val="400"/>
              </a:spcBef>
              <a:buClr>
                <a:srgbClr val="888888"/>
              </a:buClr>
              <a:buFont typeface="Arial"/>
              <a:buNone/>
              <a:defRPr sz="20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indent="0" algn="ctr" rtl="0">
              <a:spcBef>
                <a:spcPts val="400"/>
              </a:spcBef>
              <a:buClr>
                <a:srgbClr val="888888"/>
              </a:buClr>
              <a:buFont typeface="Arial"/>
              <a:buNone/>
              <a:defRPr sz="20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indent="0" algn="ctr" rtl="0">
              <a:spcBef>
                <a:spcPts val="400"/>
              </a:spcBef>
              <a:buClr>
                <a:srgbClr val="888888"/>
              </a:buClr>
              <a:buFont typeface="Arial"/>
              <a:buNone/>
              <a:defRPr sz="20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0746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295"/>
          <p:cNvSpPr txBox="1">
            <a:spLocks noGrp="1"/>
          </p:cNvSpPr>
          <p:nvPr>
            <p:ph type="title"/>
          </p:nvPr>
        </p:nvSpPr>
        <p:spPr>
          <a:xfrm>
            <a:off x="366712" y="325437"/>
            <a:ext cx="8410574" cy="460374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lnSpc>
                <a:spcPct val="90000"/>
              </a:lnSpc>
              <a:spcBef>
                <a:spcPts val="0"/>
              </a:spcBef>
              <a:defRPr sz="3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96" name="Shape 296"/>
          <p:cNvSpPr txBox="1">
            <a:spLocks noGrp="1"/>
          </p:cNvSpPr>
          <p:nvPr>
            <p:ph type="body" idx="1"/>
          </p:nvPr>
        </p:nvSpPr>
        <p:spPr>
          <a:xfrm>
            <a:off x="366713" y="1074737"/>
            <a:ext cx="8410574" cy="338296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spcBef>
                <a:spcPts val="1200"/>
              </a:spcBef>
              <a:buClr>
                <a:schemeClr val="accent1"/>
              </a:buClr>
              <a:buFont typeface="Noto Symbo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rtl="0">
              <a:spcBef>
                <a:spcPts val="300"/>
              </a:spcBef>
              <a:buClr>
                <a:schemeClr val="accent1"/>
              </a:buClr>
              <a:buFont typeface="Verdana"/>
              <a:buChar char="–"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rtl="0">
              <a:spcBef>
                <a:spcPts val="300"/>
              </a:spcBef>
              <a:buClr>
                <a:schemeClr val="accent1"/>
              </a:buClr>
              <a:buFont typeface="Verdana"/>
              <a:buChar char="▪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58938" indent="-211138" rtl="0">
              <a:spcBef>
                <a:spcPts val="300"/>
              </a:spcBef>
              <a:buClr>
                <a:schemeClr val="accent1"/>
              </a:buClr>
              <a:buFont typeface="Verdana"/>
              <a:buChar char="—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rtl="0">
              <a:spcBef>
                <a:spcPts val="300"/>
              </a:spcBef>
              <a:buClr>
                <a:schemeClr val="accent1"/>
              </a:buClr>
              <a:buFont typeface="Verdana"/>
              <a:buChar char="»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rtl="0">
              <a:spcBef>
                <a:spcPts val="0"/>
              </a:spcBef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rtl="0">
              <a:spcBef>
                <a:spcPts val="0"/>
              </a:spcBef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rtl="0">
              <a:spcBef>
                <a:spcPts val="0"/>
              </a:spcBef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rtl="0">
              <a:spcBef>
                <a:spcPts val="0"/>
              </a:spcBef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2472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76"/>
          <p:cNvSpPr txBox="1">
            <a:spLocks noGrp="1"/>
          </p:cNvSpPr>
          <p:nvPr>
            <p:ph type="title"/>
          </p:nvPr>
        </p:nvSpPr>
        <p:spPr>
          <a:xfrm>
            <a:off x="366768" y="325437"/>
            <a:ext cx="8410499" cy="4605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lnSpc>
                <a:spcPct val="90000"/>
              </a:lnSpc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01688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208"/>
          <p:cNvSpPr txBox="1">
            <a:spLocks noGrp="1"/>
          </p:cNvSpPr>
          <p:nvPr>
            <p:ph type="title"/>
          </p:nvPr>
        </p:nvSpPr>
        <p:spPr>
          <a:xfrm>
            <a:off x="633416" y="357187"/>
            <a:ext cx="7877175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762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1651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2540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3302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4191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5080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5969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673100" algn="ctr" rtl="0">
              <a:spcBef>
                <a:spcPts val="0"/>
              </a:spcBef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09" name="Shape 209"/>
          <p:cNvSpPr txBox="1">
            <a:spLocks noGrp="1"/>
          </p:cNvSpPr>
          <p:nvPr>
            <p:ph type="sldNum" idx="12"/>
          </p:nvPr>
        </p:nvSpPr>
        <p:spPr>
          <a:xfrm>
            <a:off x="8810928" y="5010157"/>
            <a:ext cx="102642" cy="9233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600" b="0" i="0" u="none" strike="noStrike" cap="none" baseline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‹#›</a:t>
            </a:fld>
            <a:endParaRPr lang="en-US" sz="600" b="0" i="0" u="none" strike="noStrike" cap="none" baseline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608414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291"/>
          <p:cNvSpPr txBox="1">
            <a:spLocks noGrp="1"/>
          </p:cNvSpPr>
          <p:nvPr>
            <p:ph type="sldNum" idx="12"/>
          </p:nvPr>
        </p:nvSpPr>
        <p:spPr>
          <a:xfrm>
            <a:off x="8553450" y="5021494"/>
            <a:ext cx="533399" cy="1270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800" b="0" i="0" u="none" strike="noStrike" cap="none" baseline="0">
                <a:solidFill>
                  <a:srgbClr val="4D4D4D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800" b="0" i="0" u="none" strike="noStrike" cap="none" baseline="0">
              <a:solidFill>
                <a:srgbClr val="4D4D4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Shape 292"/>
          <p:cNvSpPr txBox="1">
            <a:spLocks noGrp="1"/>
          </p:cNvSpPr>
          <p:nvPr>
            <p:ph type="title"/>
          </p:nvPr>
        </p:nvSpPr>
        <p:spPr>
          <a:xfrm>
            <a:off x="366712" y="325437"/>
            <a:ext cx="8410576" cy="6238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algn="l" rtl="0">
              <a:spcBef>
                <a:spcPts val="0"/>
              </a:spcBef>
              <a:buClr>
                <a:srgbClr val="2C95DD"/>
              </a:buClr>
              <a:buNone/>
              <a:defRPr sz="3200">
                <a:solidFill>
                  <a:srgbClr val="2C95DD"/>
                </a:solidFill>
              </a:defRPr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93" name="Shape 293"/>
          <p:cNvSpPr txBox="1">
            <a:spLocks noGrp="1"/>
          </p:cNvSpPr>
          <p:nvPr>
            <p:ph type="body" idx="1"/>
          </p:nvPr>
        </p:nvSpPr>
        <p:spPr>
          <a:xfrm>
            <a:off x="366713" y="1074737"/>
            <a:ext cx="8410576" cy="342900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indent="-50800" algn="l" rtl="0">
              <a:spcBef>
                <a:spcPts val="560"/>
              </a:spcBef>
              <a:buClr>
                <a:srgbClr val="2C95DD"/>
              </a:buClr>
              <a:buFont typeface="Arial"/>
              <a:buChar char="•"/>
              <a:defRPr sz="2800">
                <a:solidFill>
                  <a:schemeClr val="dk1"/>
                </a:solidFill>
              </a:defRPr>
            </a:lvl1pPr>
            <a:lvl2pPr marL="742950" indent="-133350" algn="l" rtl="0">
              <a:spcBef>
                <a:spcPts val="480"/>
              </a:spcBef>
              <a:buClr>
                <a:srgbClr val="2C95DD"/>
              </a:buClr>
              <a:buFont typeface="Arial"/>
              <a:buChar char="–"/>
              <a:defRPr sz="2400">
                <a:solidFill>
                  <a:schemeClr val="dk1"/>
                </a:solidFill>
              </a:defRPr>
            </a:lvl2pPr>
            <a:lvl3pPr marL="1143000" indent="-101600" algn="l" rtl="0">
              <a:spcBef>
                <a:spcPts val="400"/>
              </a:spcBef>
              <a:buClr>
                <a:srgbClr val="2C95DD"/>
              </a:buClr>
              <a:buFont typeface="Arial"/>
              <a:buChar char="•"/>
              <a:defRPr sz="2000">
                <a:solidFill>
                  <a:schemeClr val="dk1"/>
                </a:solidFill>
              </a:defRPr>
            </a:lvl3pPr>
            <a:lvl4pPr marL="1600200" indent="-114300" algn="l" rtl="0">
              <a:spcBef>
                <a:spcPts val="360"/>
              </a:spcBef>
              <a:buClr>
                <a:srgbClr val="2C95DD"/>
              </a:buClr>
              <a:buFont typeface="Arial"/>
              <a:buChar char="–"/>
              <a:defRPr sz="1800">
                <a:solidFill>
                  <a:schemeClr val="dk1"/>
                </a:solidFill>
              </a:defRPr>
            </a:lvl4pPr>
            <a:lvl5pPr marL="2057400" indent="-114300" algn="l" rtl="0">
              <a:spcBef>
                <a:spcPts val="360"/>
              </a:spcBef>
              <a:buClr>
                <a:srgbClr val="2C95DD"/>
              </a:buClr>
              <a:buFont typeface="Arial"/>
              <a:buChar char="»"/>
              <a:defRPr sz="1800">
                <a:solidFill>
                  <a:schemeClr val="dk1"/>
                </a:solidFill>
              </a:defRPr>
            </a:lvl5pPr>
            <a:lvl6pPr marL="251460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97180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42900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8620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05154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722" y="149918"/>
            <a:ext cx="8796928" cy="474445"/>
          </a:xfrm>
          <a:prstGeom prst="rect">
            <a:avLst/>
          </a:prstGeom>
        </p:spPr>
        <p:txBody>
          <a:bodyPr/>
          <a:lstStyle>
            <a:lvl1pPr algn="l">
              <a:defRPr sz="2800" b="1">
                <a:solidFill>
                  <a:srgbClr val="008774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247" y="4861463"/>
            <a:ext cx="373338" cy="273844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A07C09-8A41-3B46-A636-3955072BBB4F}" type="slidenum">
              <a:rPr lang="en-US" smtClean="0">
                <a:solidFill>
                  <a:srgbClr val="FFFFFF">
                    <a:lumMod val="6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FFFFFF">
                  <a:lumMod val="65000"/>
                </a:srgbClr>
              </a:solidFill>
              <a:latin typeface="Arial"/>
            </a:endParaRP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114300" y="624363"/>
            <a:ext cx="8796338" cy="28856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800">
                <a:solidFill>
                  <a:srgbClr val="7F7F7F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</p:spTree>
    <p:extLst>
      <p:ext uri="{BB962C8B-B14F-4D97-AF65-F5344CB8AC3E}">
        <p14:creationId xmlns:p14="http://schemas.microsoft.com/office/powerpoint/2010/main" val="3116951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008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" name="Picture 6" descr="Pivotal_White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415" y="4854091"/>
            <a:ext cx="712061" cy="173736"/>
          </a:xfrm>
          <a:prstGeom prst="rect">
            <a:avLst/>
          </a:prstGeom>
        </p:spPr>
      </p:pic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247" y="4861463"/>
            <a:ext cx="373338" cy="273844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A07C09-8A41-3B46-A636-3955072BBB4F}" type="slidenum">
              <a:rPr lang="en-US" smtClean="0">
                <a:solidFill>
                  <a:srgbClr val="FFFFFF">
                    <a:lumMod val="6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FFFFFF">
                  <a:lumMod val="65000"/>
                </a:srgb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3224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Blank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247" y="4861463"/>
            <a:ext cx="373338" cy="273844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A07C09-8A41-3B46-A636-3955072BBB4F}" type="slidenum">
              <a:rPr lang="en-US" smtClean="0">
                <a:solidFill>
                  <a:srgbClr val="FFFFFF">
                    <a:lumMod val="6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FFFFFF">
                  <a:lumMod val="65000"/>
                </a:srgb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0276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366725" y="240820"/>
            <a:ext cx="8410575" cy="460375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>
              <a:lnSpc>
                <a:spcPct val="90000"/>
              </a:lnSpc>
              <a:defRPr sz="32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810440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524348" y="4651813"/>
            <a:ext cx="2133600" cy="274637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2A933A-CCB3-5F4E-BECE-55F24E394E11}" type="slidenum">
              <a:rPr lang="en-US" smtClean="0">
                <a:solidFill>
                  <a:srgbClr val="000000">
                    <a:tint val="7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000000">
                  <a:tint val="75000"/>
                </a:srgb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8339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>
            <a:spLocks noGrp="1"/>
          </p:cNvSpPr>
          <p:nvPr>
            <p:ph type="title"/>
          </p:nvPr>
        </p:nvSpPr>
        <p:spPr>
          <a:xfrm>
            <a:off x="633425" y="357188"/>
            <a:ext cx="7877175" cy="85725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200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64312017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E6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prstClr val="white"/>
              </a:solidFill>
              <a:latin typeface="Arial"/>
            </a:endParaRPr>
          </a:p>
        </p:txBody>
      </p:sp>
      <p:sp>
        <p:nvSpPr>
          <p:cNvPr id="6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524348" y="4651813"/>
            <a:ext cx="2133600" cy="274637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fld id="{602A933A-CCB3-5F4E-BECE-55F24E394E11}" type="slidenum">
              <a:rPr lang="en-US" smtClean="0">
                <a:solidFill>
                  <a:prstClr val="white"/>
                </a:solidFill>
                <a:latin typeface="Arial"/>
              </a:rPr>
              <a:pPr/>
              <a:t>‹#›</a:t>
            </a:fld>
            <a:endParaRPr lang="en-US">
              <a:solidFill>
                <a:prstClr val="white"/>
              </a:solidFill>
              <a:latin typeface="Arial"/>
            </a:endParaRPr>
          </a:p>
        </p:txBody>
      </p:sp>
      <p:pic>
        <p:nvPicPr>
          <p:cNvPr id="7" name="Picture 6" descr="pivotal_gree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438" y="4656658"/>
            <a:ext cx="831214" cy="20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886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722" y="149918"/>
            <a:ext cx="8796928" cy="474445"/>
          </a:xfrm>
          <a:prstGeom prst="rect">
            <a:avLst/>
          </a:prstGeom>
        </p:spPr>
        <p:txBody>
          <a:bodyPr/>
          <a:lstStyle>
            <a:lvl1pPr algn="l">
              <a:defRPr sz="2800" b="1">
                <a:solidFill>
                  <a:srgbClr val="008774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247" y="4861463"/>
            <a:ext cx="373338" cy="273844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A07C09-8A41-3B46-A636-3955072BBB4F}" type="slidenum">
              <a:rPr lang="en-US" smtClean="0">
                <a:solidFill>
                  <a:srgbClr val="FFFFFF">
                    <a:lumMod val="6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FFFFFF">
                  <a:lumMod val="65000"/>
                </a:srgbClr>
              </a:solidFill>
              <a:latin typeface="Arial"/>
            </a:endParaRP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114300" y="624363"/>
            <a:ext cx="8796338" cy="28856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800">
                <a:solidFill>
                  <a:srgbClr val="7F7F7F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53993"/>
          </a:xfrm>
          <a:prstGeom prst="rect">
            <a:avLst/>
          </a:prstGeom>
          <a:solidFill>
            <a:srgbClr val="008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36580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008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" name="Picture 6" descr="Pivotal_White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415" y="4854091"/>
            <a:ext cx="712061" cy="173736"/>
          </a:xfrm>
          <a:prstGeom prst="rect">
            <a:avLst/>
          </a:prstGeom>
        </p:spPr>
      </p:pic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247" y="4861463"/>
            <a:ext cx="373338" cy="273844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A07C09-8A41-3B46-A636-3955072BBB4F}" type="slidenum">
              <a:rPr lang="en-US" smtClean="0">
                <a:solidFill>
                  <a:srgbClr val="FFFFFF">
                    <a:lumMod val="6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FFFFFF">
                  <a:lumMod val="65000"/>
                </a:srgb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459650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Blank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247" y="4861463"/>
            <a:ext cx="373338" cy="273844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A07C09-8A41-3B46-A636-3955072BBB4F}" type="slidenum">
              <a:rPr lang="en-US" smtClean="0">
                <a:solidFill>
                  <a:srgbClr val="FFFFFF">
                    <a:lumMod val="6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FFFFFF">
                  <a:lumMod val="65000"/>
                </a:srgb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39227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366725" y="240820"/>
            <a:ext cx="8410575" cy="460375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>
              <a:lnSpc>
                <a:spcPct val="90000"/>
              </a:lnSpc>
              <a:defRPr sz="32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8953224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524348" y="4651813"/>
            <a:ext cx="2133600" cy="274637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2A933A-CCB3-5F4E-BECE-55F24E394E11}" type="slidenum">
              <a:rPr lang="en-US" smtClean="0">
                <a:solidFill>
                  <a:srgbClr val="000000">
                    <a:tint val="75000"/>
                  </a:srgbClr>
                </a:solidFill>
                <a:latin typeface="Arial"/>
              </a:rPr>
              <a:pPr/>
              <a:t>‹#›</a:t>
            </a:fld>
            <a:endParaRPr lang="en-US">
              <a:solidFill>
                <a:srgbClr val="000000">
                  <a:tint val="75000"/>
                </a:srgb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52244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>
            <a:spLocks noGrp="1"/>
          </p:cNvSpPr>
          <p:nvPr>
            <p:ph type="title"/>
          </p:nvPr>
        </p:nvSpPr>
        <p:spPr>
          <a:xfrm>
            <a:off x="633425" y="357188"/>
            <a:ext cx="7877175" cy="85725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200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999414805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E6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prstClr val="white"/>
              </a:solidFill>
              <a:latin typeface="Arial"/>
            </a:endParaRPr>
          </a:p>
        </p:txBody>
      </p:sp>
      <p:sp>
        <p:nvSpPr>
          <p:cNvPr id="6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524348" y="4651813"/>
            <a:ext cx="2133600" cy="274637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fld id="{602A933A-CCB3-5F4E-BECE-55F24E394E11}" type="slidenum">
              <a:rPr lang="en-US" smtClean="0">
                <a:solidFill>
                  <a:prstClr val="white"/>
                </a:solidFill>
                <a:latin typeface="Arial"/>
              </a:rPr>
              <a:pPr/>
              <a:t>‹#›</a:t>
            </a:fld>
            <a:endParaRPr lang="en-US">
              <a:solidFill>
                <a:prstClr val="white"/>
              </a:solidFill>
              <a:latin typeface="Arial"/>
            </a:endParaRPr>
          </a:p>
        </p:txBody>
      </p:sp>
      <p:pic>
        <p:nvPicPr>
          <p:cNvPr id="7" name="Picture 6" descr="pivotal_gree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438" y="4656658"/>
            <a:ext cx="831214" cy="20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1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9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97" y="4823363"/>
            <a:ext cx="37333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defRPr>
            </a:lvl1pPr>
          </a:lstStyle>
          <a:p>
            <a:fld id="{ADA07C09-8A41-3B46-A636-3955072BBB4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pivotal_teal.png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2780" y="4855076"/>
            <a:ext cx="731520" cy="1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5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732" r:id="rId2"/>
    <p:sldLayoutId id="2147483733" r:id="rId3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28"/>
        </a:solidFill>
        <a:effectLst/>
      </p:bgPr>
    </p:bg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931"/>
          <p:cNvSpPr txBox="1"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572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9144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13716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1828800" marR="0" indent="0" algn="ctr" rtl="0">
              <a:spcBef>
                <a:spcPts val="0"/>
              </a:spcBef>
              <a:spcAft>
                <a:spcPts val="0"/>
              </a:spcAft>
              <a:defRPr sz="4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32" name="Shape 932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342900" marR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 sz="32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42950" marR="0" indent="-10795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–"/>
              <a:defRPr sz="2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 sz="24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indent="-101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–"/>
              <a:defRPr sz="20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indent="-101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»"/>
              <a:defRPr sz="20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indent="-101600" algn="l" rtl="0">
              <a:spcBef>
                <a:spcPts val="400"/>
              </a:spcBef>
              <a:buClr>
                <a:schemeClr val="dk1"/>
              </a:buClr>
              <a:buFont typeface="Arial"/>
              <a:buChar char="•"/>
              <a:defRPr sz="20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33" name="Shape 933"/>
          <p:cNvSpPr txBox="1">
            <a:spLocks noGrp="1"/>
          </p:cNvSpPr>
          <p:nvPr>
            <p:ph type="dt" idx="10"/>
          </p:nvPr>
        </p:nvSpPr>
        <p:spPr>
          <a:xfrm>
            <a:off x="457200" y="4767262"/>
            <a:ext cx="2133599" cy="27463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spcBef>
                <a:spcPts val="0"/>
              </a:spcBef>
              <a:spcAft>
                <a:spcPts val="0"/>
              </a:spcAft>
              <a:defRPr sz="12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178" marR="0" indent="-12678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354" marR="0" indent="-12653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532" marR="0" indent="-12631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708" marR="0" indent="-12607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5886" marR="0" indent="-12586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062" marR="0" indent="-12562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240" marR="0" indent="-12539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417" marR="0" indent="-12517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defTabSz="914400"/>
            <a:endParaRPr kern="0">
              <a:rtl val="0"/>
            </a:endParaRPr>
          </a:p>
        </p:txBody>
      </p:sp>
      <p:sp>
        <p:nvSpPr>
          <p:cNvPr id="934" name="Shape 934"/>
          <p:cNvSpPr txBox="1">
            <a:spLocks noGrp="1"/>
          </p:cNvSpPr>
          <p:nvPr>
            <p:ph type="ftr" idx="11"/>
          </p:nvPr>
        </p:nvSpPr>
        <p:spPr>
          <a:xfrm>
            <a:off x="3124200" y="4767262"/>
            <a:ext cx="2895600" cy="27463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spcBef>
                <a:spcPts val="0"/>
              </a:spcBef>
              <a:spcAft>
                <a:spcPts val="0"/>
              </a:spcAft>
              <a:defRPr sz="1200" b="0" i="0" u="none" strike="noStrike" cap="none" baseline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178" marR="0" indent="-12678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354" marR="0" indent="-12653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532" marR="0" indent="-12631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708" marR="0" indent="-12607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5886" marR="0" indent="-12586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062" marR="0" indent="-12562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240" marR="0" indent="-12539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417" marR="0" indent="-12517" algn="l" rtl="0">
              <a:spcBef>
                <a:spcPts val="0"/>
              </a:spcBef>
              <a:defRPr sz="1800" b="0" i="0" u="none" strike="noStrike" cap="none" baseline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defTabSz="914400"/>
            <a:endParaRPr kern="0">
              <a:rtl val="0"/>
            </a:endParaRPr>
          </a:p>
        </p:txBody>
      </p:sp>
      <p:sp>
        <p:nvSpPr>
          <p:cNvPr id="935" name="Shape 935"/>
          <p:cNvSpPr txBox="1">
            <a:spLocks noGrp="1"/>
          </p:cNvSpPr>
          <p:nvPr>
            <p:ph type="sldNum" idx="12"/>
          </p:nvPr>
        </p:nvSpPr>
        <p:spPr>
          <a:xfrm>
            <a:off x="6553200" y="4767262"/>
            <a:ext cx="2133599" cy="27463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r" defTabSz="914400">
              <a:buSzPct val="25000"/>
            </a:pPr>
            <a:fld id="{00000000-1234-1234-1234-123412341234}" type="slidenum">
              <a:rPr lang="en-US" sz="1200" ker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pPr algn="r" defTabSz="914400">
                <a:buSzPct val="25000"/>
              </a:pPr>
              <a:t>‹#›</a:t>
            </a:fld>
            <a:endParaRPr lang="en-US" sz="1200" kern="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</p:spTree>
    <p:extLst>
      <p:ext uri="{BB962C8B-B14F-4D97-AF65-F5344CB8AC3E}">
        <p14:creationId xmlns:p14="http://schemas.microsoft.com/office/powerpoint/2010/main" val="30605132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62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pivotal_teal.png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2780" y="4855076"/>
            <a:ext cx="731520" cy="1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864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62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pivotal_teal.png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2780" y="4855076"/>
            <a:ext cx="731520" cy="1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583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F_Bridge-01.jpeg"/>
          <p:cNvPicPr>
            <a:picLocks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Shape 25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2730">
              <a:alpha val="77000"/>
            </a:srgbClr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 b="0" i="0" u="none" strike="noStrike" cap="none" baseline="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Picture 7" descr="pivotal_white.png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110" y="978442"/>
            <a:ext cx="1368554" cy="3362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0800" y="1898424"/>
            <a:ext cx="7897090" cy="738664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200" b="1" spc="-100" dirty="0">
                <a:solidFill>
                  <a:srgbClr val="00AE9E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rial"/>
                <a:cs typeface="Arial"/>
              </a:rPr>
              <a:t>Cloud Native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110" y="2511428"/>
            <a:ext cx="6871970" cy="875111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sz="2800" spc="-100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cs typeface="Arial"/>
              </a:rPr>
              <a:t>Introductions, Agenda,  </a:t>
            </a:r>
            <a:br>
              <a:rPr lang="en-US" sz="2800" spc="-100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cs typeface="Arial"/>
              </a:rPr>
            </a:br>
            <a:r>
              <a:rPr lang="en-US" sz="2800" spc="-100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cs typeface="Arial"/>
              </a:rPr>
              <a:t>PAL  at E &amp; 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7C8647-8B64-4157-8C9E-1F9B15393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2443" y="999122"/>
            <a:ext cx="1881134" cy="33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749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8000"/>
            <a:ext cx="9144000" cy="4114800"/>
          </a:xfrm>
          <a:prstGeom prst="rect">
            <a:avLst/>
          </a:prstGeom>
        </p:spPr>
      </p:pic>
      <p:sp>
        <p:nvSpPr>
          <p:cNvPr id="14" name="Shape 251"/>
          <p:cNvSpPr/>
          <p:nvPr/>
        </p:nvSpPr>
        <p:spPr>
          <a:xfrm>
            <a:off x="-12210" y="-130747"/>
            <a:ext cx="9144000" cy="5404994"/>
          </a:xfrm>
          <a:prstGeom prst="rect">
            <a:avLst/>
          </a:prstGeom>
          <a:solidFill>
            <a:srgbClr val="182730">
              <a:alpha val="77000"/>
            </a:srgbClr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ctr"/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3455" y="1898424"/>
            <a:ext cx="7897090" cy="2025170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200" b="1" spc="-100" dirty="0">
                <a:solidFill>
                  <a:srgbClr val="00AE9E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cs typeface="Arial"/>
              </a:rPr>
              <a:t>Introductions</a:t>
            </a:r>
          </a:p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sz="2400" b="1" spc="-100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cs typeface="Arial"/>
              </a:rPr>
              <a:t>Name, Team, Apps</a:t>
            </a:r>
          </a:p>
          <a:p>
            <a:pPr>
              <a:spcAft>
                <a:spcPts val="1200"/>
              </a:spcAft>
            </a:pPr>
            <a:endParaRPr lang="en-US" sz="4200" b="1" spc="-100" dirty="0">
              <a:solidFill>
                <a:srgbClr val="00AE9E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7AA30-78D5-46F4-8CFB-9160BDA77E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159" y="4806669"/>
            <a:ext cx="1239023" cy="22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72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sz="3200" dirty="0">
                <a:solidFill>
                  <a:schemeClr val="accent1"/>
                </a:solidFill>
                <a:sym typeface="Arial"/>
              </a:rPr>
              <a:t>Workshop Agenda</a:t>
            </a:r>
            <a:br>
              <a:rPr lang="en-US" sz="3200" dirty="0">
                <a:solidFill>
                  <a:schemeClr val="accent1"/>
                </a:solidFill>
                <a:sym typeface="Arial"/>
              </a:rPr>
            </a:br>
            <a:endParaRPr lang="en-US" sz="32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196" name="Shape 196"/>
          <p:cNvSpPr txBox="1">
            <a:spLocks noGrp="1"/>
          </p:cNvSpPr>
          <p:nvPr>
            <p:ph type="body" sz="quarter" idx="13"/>
          </p:nvPr>
        </p:nvSpPr>
        <p:spPr>
          <a:xfrm>
            <a:off x="359241" y="624364"/>
            <a:ext cx="9078863" cy="4193042"/>
          </a:xfrm>
        </p:spPr>
        <p:txBody>
          <a:bodyPr/>
          <a:lstStyle/>
          <a:p>
            <a:pPr lvl="0">
              <a:buClr>
                <a:srgbClr val="008774"/>
              </a:buClr>
            </a:pPr>
            <a:endParaRPr lang="en-US" sz="900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09:00 </a:t>
            </a:r>
            <a:r>
              <a:rPr lang="mr-IN" dirty="0">
                <a:solidFill>
                  <a:schemeClr val="bg1"/>
                </a:solidFill>
                <a:sym typeface="Arial"/>
              </a:rPr>
              <a:t>–</a:t>
            </a:r>
            <a:r>
              <a:rPr lang="en-US" dirty="0">
                <a:solidFill>
                  <a:schemeClr val="bg1"/>
                </a:solidFill>
                <a:sym typeface="Arial"/>
              </a:rPr>
              <a:t> 9:30  </a:t>
            </a:r>
            <a:r>
              <a:rPr lang="en-US" dirty="0">
                <a:solidFill>
                  <a:schemeClr val="accent6"/>
                </a:solidFill>
                <a:sym typeface="Arial"/>
              </a:rPr>
              <a:t>Welcome and Agenda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accent6"/>
                </a:solidFill>
                <a:sym typeface="Arial"/>
              </a:rPr>
              <a:t>			Cloud Native PAL workshop </a:t>
            </a:r>
            <a:r>
              <a:rPr lang="en-US">
                <a:solidFill>
                  <a:schemeClr val="accent6"/>
                </a:solidFill>
                <a:sym typeface="Arial"/>
              </a:rPr>
              <a:t>at EY</a:t>
            </a:r>
            <a:endParaRPr lang="en-US" dirty="0">
              <a:solidFill>
                <a:schemeClr val="accent6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endParaRPr lang="en-US" sz="900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09:30 - 10:30  </a:t>
            </a:r>
            <a:r>
              <a:rPr lang="en-US" dirty="0">
                <a:solidFill>
                  <a:schemeClr val="accent6"/>
                </a:solidFill>
                <a:sym typeface="Arial"/>
              </a:rPr>
              <a:t>Cloud Native Enterprise- Challenges of   Modernizing           			  			  Legacy workloads, DDD and Microservices</a:t>
            </a:r>
          </a:p>
          <a:p>
            <a:pPr lvl="0">
              <a:buClr>
                <a:srgbClr val="008774"/>
              </a:buClr>
            </a:pPr>
            <a:endParaRPr lang="en-US" sz="900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10:30 - 10:45  </a:t>
            </a:r>
            <a:r>
              <a:rPr lang="en-US" dirty="0">
                <a:solidFill>
                  <a:srgbClr val="8064A2"/>
                </a:solidFill>
                <a:sym typeface="Arial"/>
              </a:rPr>
              <a:t>Break</a:t>
            </a:r>
          </a:p>
          <a:p>
            <a:pPr lvl="0">
              <a:buClr>
                <a:srgbClr val="008774"/>
              </a:buClr>
            </a:pPr>
            <a:endParaRPr lang="en-US" sz="900" dirty="0">
              <a:solidFill>
                <a:schemeClr val="bg1"/>
              </a:solidFill>
              <a:sym typeface="Arial"/>
            </a:endParaRPr>
          </a:p>
          <a:p>
            <a:pPr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10:45 – 11:15   </a:t>
            </a:r>
            <a:r>
              <a:rPr lang="en-US" dirty="0">
                <a:solidFill>
                  <a:srgbClr val="F79646"/>
                </a:solidFill>
                <a:sym typeface="Arial"/>
              </a:rPr>
              <a:t>PAL course deep dive – How PAL helps customers to accelerate their 				  digital transformation 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11:15 – 12:30  </a:t>
            </a:r>
            <a:r>
              <a:rPr lang="en-US" dirty="0">
                <a:solidFill>
                  <a:srgbClr val="F79646"/>
                </a:solidFill>
                <a:sym typeface="Arial"/>
              </a:rPr>
              <a:t>Introducing Spring Boot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accent3"/>
                </a:solidFill>
                <a:sym typeface="Arial"/>
              </a:rPr>
              <a:t>			  Lab 1: Building A Spring Boot Application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accent3"/>
                </a:solidFill>
                <a:sym typeface="Arial"/>
              </a:rPr>
              <a:t>		         Push it to Cloud Foundry !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                       </a:t>
            </a:r>
          </a:p>
          <a:p>
            <a:pPr lvl="0">
              <a:buClr>
                <a:srgbClr val="008774"/>
              </a:buClr>
            </a:pPr>
            <a:endParaRPr lang="en-US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endParaRPr lang="en-US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endParaRPr lang="en-US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endParaRPr lang="en-US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endParaRPr lang="en-US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48247" y="4848095"/>
            <a:ext cx="373338" cy="273844"/>
          </a:xfrm>
        </p:spPr>
        <p:txBody>
          <a:bodyPr/>
          <a:lstStyle/>
          <a:p>
            <a:fld id="{ADA07C09-8A41-3B46-A636-3955072BBB4F}" type="slidenum">
              <a:rPr lang="en-US" smtClean="0"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39B770-533F-4DA1-8BE1-D42C891ED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57" y="4860874"/>
            <a:ext cx="890995" cy="1592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49B9C2-6EBF-4B99-B5AA-A5C2CEDE8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159" y="4806669"/>
            <a:ext cx="1239023" cy="22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98900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sz="3200" dirty="0">
                <a:solidFill>
                  <a:schemeClr val="accent1"/>
                </a:solidFill>
                <a:sym typeface="Arial"/>
              </a:rPr>
              <a:t>Workshop Agenda</a:t>
            </a:r>
          </a:p>
        </p:txBody>
      </p:sp>
      <p:sp>
        <p:nvSpPr>
          <p:cNvPr id="196" name="Shape 196"/>
          <p:cNvSpPr txBox="1">
            <a:spLocks noGrp="1"/>
          </p:cNvSpPr>
          <p:nvPr>
            <p:ph type="body" sz="quarter" idx="13"/>
          </p:nvPr>
        </p:nvSpPr>
        <p:spPr>
          <a:xfrm>
            <a:off x="359241" y="624364"/>
            <a:ext cx="9078863" cy="4193042"/>
          </a:xfrm>
        </p:spPr>
        <p:txBody>
          <a:bodyPr/>
          <a:lstStyle/>
          <a:p>
            <a:pPr lvl="0">
              <a:buClr>
                <a:srgbClr val="008774"/>
              </a:buClr>
            </a:pPr>
            <a:endParaRPr lang="en-US" dirty="0">
              <a:solidFill>
                <a:schemeClr val="bg1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12:30 - 13:30 </a:t>
            </a:r>
            <a:r>
              <a:rPr lang="en-US" dirty="0">
                <a:solidFill>
                  <a:schemeClr val="accent6"/>
                </a:solidFill>
                <a:sym typeface="Arial"/>
              </a:rPr>
              <a:t>Lunch Break</a:t>
            </a:r>
            <a:r>
              <a:rPr lang="en-US" dirty="0">
                <a:solidFill>
                  <a:schemeClr val="bg1"/>
                </a:solidFill>
                <a:sym typeface="Arial"/>
              </a:rPr>
              <a:t> 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13</a:t>
            </a:r>
            <a:r>
              <a:rPr lang="en-US" dirty="0">
                <a:solidFill>
                  <a:srgbClr val="FFFFFF"/>
                </a:solidFill>
                <a:sym typeface="Arial"/>
              </a:rPr>
              <a:t>:30 - 14:45 </a:t>
            </a:r>
            <a:r>
              <a:rPr lang="en-US" dirty="0">
                <a:solidFill>
                  <a:schemeClr val="accent6"/>
                </a:solidFill>
                <a:sym typeface="Arial"/>
              </a:rPr>
              <a:t>Polyglot Persistence with Spring Data REST</a:t>
            </a: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accent6"/>
                </a:solidFill>
                <a:sym typeface="Arial"/>
              </a:rPr>
              <a:t>			Lab 2: Build a Hypermedia-Driven RESTful Web Service with Spring</a:t>
            </a:r>
            <a:br>
              <a:rPr lang="en-US" dirty="0">
                <a:solidFill>
                  <a:schemeClr val="accent6"/>
                </a:solidFill>
                <a:sym typeface="Arial"/>
              </a:rPr>
            </a:br>
            <a:r>
              <a:rPr lang="en-US" dirty="0">
                <a:solidFill>
                  <a:schemeClr val="accent6"/>
                </a:solidFill>
                <a:sym typeface="Arial"/>
              </a:rPr>
              <a:t>				    Data  REST</a:t>
            </a:r>
            <a:br>
              <a:rPr lang="en-US" dirty="0">
                <a:solidFill>
                  <a:schemeClr val="accent6"/>
                </a:solidFill>
                <a:sym typeface="Arial"/>
              </a:rPr>
            </a:br>
            <a:r>
              <a:rPr lang="en-US" dirty="0">
                <a:solidFill>
                  <a:srgbClr val="FFFFFF"/>
                </a:solidFill>
                <a:sym typeface="Arial"/>
              </a:rPr>
              <a:t>14:45 - 15:00  </a:t>
            </a:r>
            <a:r>
              <a:rPr lang="en-US" dirty="0">
                <a:solidFill>
                  <a:srgbClr val="F79646"/>
                </a:solidFill>
                <a:sym typeface="Arial"/>
              </a:rPr>
              <a:t>Break</a:t>
            </a:r>
            <a:endParaRPr lang="en-US" dirty="0">
              <a:solidFill>
                <a:srgbClr val="9BBB59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endParaRPr lang="en-US" sz="900" dirty="0">
              <a:solidFill>
                <a:srgbClr val="9BBB59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rgbClr val="FFFFFF"/>
                </a:solidFill>
                <a:sym typeface="Arial"/>
              </a:rPr>
              <a:t>15:00 - 16:30  </a:t>
            </a:r>
            <a:r>
              <a:rPr lang="en-US" dirty="0">
                <a:solidFill>
                  <a:srgbClr val="F79646"/>
                </a:solidFill>
                <a:sym typeface="Arial"/>
              </a:rPr>
              <a:t>Advancing Spring Boot with Actuator and Profiles</a:t>
            </a:r>
            <a:endParaRPr lang="en-US" sz="900" dirty="0">
              <a:solidFill>
                <a:srgbClr val="F79646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rgbClr val="9BBB59"/>
                </a:solidFill>
                <a:sym typeface="Arial"/>
              </a:rPr>
              <a:t>                       Lab 3: Enhancing Boot Application with Metrics</a:t>
            </a:r>
          </a:p>
          <a:p>
            <a:pPr lvl="0">
              <a:buClr>
                <a:srgbClr val="008774"/>
              </a:buClr>
            </a:pPr>
            <a:endParaRPr lang="en-US" sz="900" dirty="0">
              <a:solidFill>
                <a:srgbClr val="9BBB59"/>
              </a:solidFill>
              <a:sym typeface="Arial"/>
            </a:endParaRPr>
          </a:p>
          <a:p>
            <a:pPr lvl="0">
              <a:buClr>
                <a:srgbClr val="008774"/>
              </a:buClr>
            </a:pPr>
            <a:r>
              <a:rPr lang="en-US" dirty="0">
                <a:solidFill>
                  <a:schemeClr val="bg1"/>
                </a:solidFill>
                <a:sym typeface="Arial"/>
              </a:rPr>
              <a:t>16:30 – 17:00 </a:t>
            </a:r>
            <a:r>
              <a:rPr lang="en-US" dirty="0">
                <a:solidFill>
                  <a:srgbClr val="8064A2"/>
                </a:solidFill>
                <a:sym typeface="Arial"/>
              </a:rPr>
              <a:t>Wrap-Up and Closing</a:t>
            </a:r>
          </a:p>
        </p:txBody>
      </p:sp>
      <p:sp>
        <p:nvSpPr>
          <p:cNvPr id="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48247" y="4848095"/>
            <a:ext cx="373338" cy="273844"/>
          </a:xfrm>
        </p:spPr>
        <p:txBody>
          <a:bodyPr/>
          <a:lstStyle/>
          <a:p>
            <a:fld id="{ADA07C09-8A41-3B46-A636-3955072BBB4F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68DB1A-D680-4B5D-B499-CB305DAF2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57" y="4868884"/>
            <a:ext cx="890995" cy="1592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07AA13-0727-49A0-99C5-17B31521F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159" y="4806669"/>
            <a:ext cx="1239023" cy="22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283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/>
            <a:r>
              <a:rPr lang="en-US" sz="3200" dirty="0">
                <a:solidFill>
                  <a:schemeClr val="accent1"/>
                </a:solidFill>
                <a:sym typeface="Arial"/>
              </a:rPr>
              <a:t>Be Interactive!</a:t>
            </a:r>
          </a:p>
        </p:txBody>
      </p:sp>
      <p:sp>
        <p:nvSpPr>
          <p:cNvPr id="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48247" y="4848095"/>
            <a:ext cx="373338" cy="273844"/>
          </a:xfrm>
        </p:spPr>
        <p:txBody>
          <a:bodyPr/>
          <a:lstStyle/>
          <a:p>
            <a:fld id="{ADA07C09-8A41-3B46-A636-3955072BBB4F}" type="slidenum">
              <a:rPr lang="en-US" smtClean="0"/>
              <a:t>5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1" y="1090354"/>
            <a:ext cx="5815276" cy="32710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293BB0-968A-4425-B7E6-67F6E3CB3C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429" y="4848095"/>
            <a:ext cx="1239023" cy="22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421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3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ivotal Main">
  <a:themeElements>
    <a:clrScheme name="Pivotal R2">
      <a:dk1>
        <a:srgbClr val="000000"/>
      </a:dk1>
      <a:lt1>
        <a:srgbClr val="FFFFFF"/>
      </a:lt1>
      <a:dk2>
        <a:srgbClr val="4C4C4C"/>
      </a:dk2>
      <a:lt2>
        <a:srgbClr val="B3B3B3"/>
      </a:lt2>
      <a:accent1>
        <a:srgbClr val="008774"/>
      </a:accent1>
      <a:accent2>
        <a:srgbClr val="00AE9E"/>
      </a:accent2>
      <a:accent3>
        <a:srgbClr val="1F6FB8"/>
      </a:accent3>
      <a:accent4>
        <a:srgbClr val="19B4C1"/>
      </a:accent4>
      <a:accent5>
        <a:srgbClr val="6D4076"/>
      </a:accent5>
      <a:accent6>
        <a:srgbClr val="FFC85F"/>
      </a:accent6>
      <a:hlink>
        <a:srgbClr val="18B3C0"/>
      </a:hlink>
      <a:folHlink>
        <a:srgbClr val="6C3F75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1_Pivotal Main">
  <a:themeElements>
    <a:clrScheme name="Pivotal R2">
      <a:dk1>
        <a:srgbClr val="000000"/>
      </a:dk1>
      <a:lt1>
        <a:srgbClr val="FFFFFF"/>
      </a:lt1>
      <a:dk2>
        <a:srgbClr val="4C4C4C"/>
      </a:dk2>
      <a:lt2>
        <a:srgbClr val="B3B3B3"/>
      </a:lt2>
      <a:accent1>
        <a:srgbClr val="008774"/>
      </a:accent1>
      <a:accent2>
        <a:srgbClr val="00AE9E"/>
      </a:accent2>
      <a:accent3>
        <a:srgbClr val="1F6FB8"/>
      </a:accent3>
      <a:accent4>
        <a:srgbClr val="19B4C1"/>
      </a:accent4>
      <a:accent5>
        <a:srgbClr val="6D4076"/>
      </a:accent5>
      <a:accent6>
        <a:srgbClr val="FFC85F"/>
      </a:accent6>
      <a:hlink>
        <a:srgbClr val="18B3C0"/>
      </a:hlink>
      <a:folHlink>
        <a:srgbClr val="6C3F75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28754</TotalTime>
  <Words>54</Words>
  <Application>Microsoft Office PowerPoint</Application>
  <PresentationFormat>On-screen Show (16:9)</PresentationFormat>
  <Paragraphs>38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Calibri</vt:lpstr>
      <vt:lpstr>Helvetica Neue</vt:lpstr>
      <vt:lpstr>Noto Symbol</vt:lpstr>
      <vt:lpstr>Verdana</vt:lpstr>
      <vt:lpstr>Office Theme</vt:lpstr>
      <vt:lpstr>3_Office Theme</vt:lpstr>
      <vt:lpstr>Pivotal Main</vt:lpstr>
      <vt:lpstr>1_Pivotal Main</vt:lpstr>
      <vt:lpstr>PowerPoint Presentation</vt:lpstr>
      <vt:lpstr>PowerPoint Presentation</vt:lpstr>
      <vt:lpstr>Workshop Agenda </vt:lpstr>
      <vt:lpstr>Workshop Agenda</vt:lpstr>
      <vt:lpstr>Be Interactive!</vt:lpstr>
    </vt:vector>
  </TitlesOfParts>
  <Manager/>
  <Company>BCom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Robert Brough</dc:creator>
  <cp:keywords/>
  <dc:description/>
  <cp:lastModifiedBy>Roy, Nilanjan</cp:lastModifiedBy>
  <cp:revision>273</cp:revision>
  <dcterms:created xsi:type="dcterms:W3CDTF">2015-10-05T21:15:00Z</dcterms:created>
  <dcterms:modified xsi:type="dcterms:W3CDTF">2019-06-24T10:55:31Z</dcterms:modified>
  <cp:category/>
</cp:coreProperties>
</file>